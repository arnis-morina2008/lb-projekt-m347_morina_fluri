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6F0"/>
    <a:srgbClr val="F6F7F1"/>
    <a:srgbClr val="D2DED4"/>
    <a:srgbClr val="F6F5EF"/>
    <a:srgbClr val="FFFFFF"/>
    <a:srgbClr val="EFEFF1"/>
    <a:srgbClr val="FBF7F4"/>
    <a:srgbClr val="F8F9F3"/>
    <a:srgbClr val="F8F8F6"/>
    <a:srgbClr val="F6F5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F3F020-D944-A747-48DA-AF09B160E227}" v="1" dt="2026-06-04T06:52:54.270"/>
    <p1510:client id="{BA12FCA0-747F-4C42-9C5A-3612678892A7}" v="3" dt="2026-06-04T06:52:14.9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luri Alessio" userId="S::fluri.alessio@bene-edu.ch::33f1fc99-acd2-4cd1-9db7-7d4dd34cc261" providerId="AD" clId="Web-{AFF3F020-D944-A747-48DA-AF09B160E227}"/>
    <pc:docChg chg="modSld">
      <pc:chgData name="Fluri Alessio" userId="S::fluri.alessio@bene-edu.ch::33f1fc99-acd2-4cd1-9db7-7d4dd34cc261" providerId="AD" clId="Web-{AFF3F020-D944-A747-48DA-AF09B160E227}" dt="2026-06-04T06:52:54.270" v="0" actId="14100"/>
      <pc:docMkLst>
        <pc:docMk/>
      </pc:docMkLst>
      <pc:sldChg chg="modSp">
        <pc:chgData name="Fluri Alessio" userId="S::fluri.alessio@bene-edu.ch::33f1fc99-acd2-4cd1-9db7-7d4dd34cc261" providerId="AD" clId="Web-{AFF3F020-D944-A747-48DA-AF09B160E227}" dt="2026-06-04T06:52:54.270" v="0" actId="14100"/>
        <pc:sldMkLst>
          <pc:docMk/>
          <pc:sldMk cId="0" sldId="256"/>
        </pc:sldMkLst>
        <pc:spChg chg="mod">
          <ac:chgData name="Fluri Alessio" userId="S::fluri.alessio@bene-edu.ch::33f1fc99-acd2-4cd1-9db7-7d4dd34cc261" providerId="AD" clId="Web-{AFF3F020-D944-A747-48DA-AF09B160E227}" dt="2026-06-04T06:52:54.270" v="0" actId="14100"/>
          <ac:spMkLst>
            <pc:docMk/>
            <pc:sldMk cId="0" sldId="256"/>
            <ac:spMk id="7" creationId="{BDBDC2DA-70B3-3329-70B4-3EC7A177F864}"/>
          </ac:spMkLst>
        </pc:spChg>
      </pc:sldChg>
    </pc:docChg>
  </pc:docChgLst>
  <pc:docChgLst>
    <pc:chgData name="Fluri Alessio" userId="S::fluri.alessio@bene-edu.ch::33f1fc99-acd2-4cd1-9db7-7d4dd34cc261" providerId="AD" clId="Web-{BA12FCA0-747F-4C42-9C5A-3612678892A7}"/>
    <pc:docChg chg="modSld">
      <pc:chgData name="Fluri Alessio" userId="S::fluri.alessio@bene-edu.ch::33f1fc99-acd2-4cd1-9db7-7d4dd34cc261" providerId="AD" clId="Web-{BA12FCA0-747F-4C42-9C5A-3612678892A7}" dt="2026-06-04T06:52:14.961" v="2" actId="14100"/>
      <pc:docMkLst>
        <pc:docMk/>
      </pc:docMkLst>
      <pc:sldChg chg="modSp">
        <pc:chgData name="Fluri Alessio" userId="S::fluri.alessio@bene-edu.ch::33f1fc99-acd2-4cd1-9db7-7d4dd34cc261" providerId="AD" clId="Web-{BA12FCA0-747F-4C42-9C5A-3612678892A7}" dt="2026-06-04T06:52:14.961" v="2" actId="14100"/>
        <pc:sldMkLst>
          <pc:docMk/>
          <pc:sldMk cId="0" sldId="256"/>
        </pc:sldMkLst>
        <pc:spChg chg="mod">
          <ac:chgData name="Fluri Alessio" userId="S::fluri.alessio@bene-edu.ch::33f1fc99-acd2-4cd1-9db7-7d4dd34cc261" providerId="AD" clId="Web-{BA12FCA0-747F-4C42-9C5A-3612678892A7}" dt="2026-06-04T06:52:14.961" v="2" actId="14100"/>
          <ac:spMkLst>
            <pc:docMk/>
            <pc:sldMk cId="0" sldId="256"/>
            <ac:spMk id="7" creationId="{BDBDC2DA-70B3-3329-70B4-3EC7A177F86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F213347-347E-792F-3E2A-B862C24AE359}"/>
              </a:ext>
            </a:extLst>
          </p:cNvPr>
          <p:cNvSpPr/>
          <p:nvPr userDrawn="1"/>
        </p:nvSpPr>
        <p:spPr>
          <a:xfrm>
            <a:off x="14566900" y="8737600"/>
            <a:ext cx="1689100" cy="406400"/>
          </a:xfrm>
          <a:prstGeom prst="rect">
            <a:avLst/>
          </a:prstGeom>
          <a:solidFill>
            <a:srgbClr val="F6F5F1"/>
          </a:solidFill>
          <a:ln>
            <a:solidFill>
              <a:srgbClr val="F6F5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8A73F79-60E3-9846-07DA-A8F5B7D875C6}"/>
              </a:ext>
            </a:extLst>
          </p:cNvPr>
          <p:cNvSpPr/>
          <p:nvPr userDrawn="1"/>
        </p:nvSpPr>
        <p:spPr>
          <a:xfrm>
            <a:off x="14401800" y="8737600"/>
            <a:ext cx="1854200" cy="406400"/>
          </a:xfrm>
          <a:prstGeom prst="rect">
            <a:avLst/>
          </a:prstGeom>
          <a:solidFill>
            <a:srgbClr val="F6F5F1"/>
          </a:solidFill>
          <a:ln>
            <a:solidFill>
              <a:srgbClr val="F6F5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900"/>
            <a:ext cx="16256000" cy="9067800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1DFBC150-9A45-7FA0-1E1B-24A1F7C3D4E3}"/>
              </a:ext>
            </a:extLst>
          </p:cNvPr>
          <p:cNvSpPr/>
          <p:nvPr/>
        </p:nvSpPr>
        <p:spPr>
          <a:xfrm>
            <a:off x="599440" y="8133080"/>
            <a:ext cx="3246120" cy="441960"/>
          </a:xfrm>
          <a:prstGeom prst="rect">
            <a:avLst/>
          </a:prstGeom>
          <a:solidFill>
            <a:srgbClr val="F6F5F1"/>
          </a:solidFill>
          <a:ln>
            <a:solidFill>
              <a:srgbClr val="F6F5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3412A03-AFB5-5B58-6EE8-077C73A35DEE}"/>
              </a:ext>
            </a:extLst>
          </p:cNvPr>
          <p:cNvSpPr txBox="1"/>
          <p:nvPr/>
        </p:nvSpPr>
        <p:spPr>
          <a:xfrm>
            <a:off x="551688" y="8154759"/>
            <a:ext cx="310896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900" b="1" dirty="0"/>
              <a:t>Arnis Morina &amp; Alessio Fluri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DBDC2DA-70B3-3329-70B4-3EC7A177F864}"/>
              </a:ext>
            </a:extLst>
          </p:cNvPr>
          <p:cNvSpPr/>
          <p:nvPr/>
        </p:nvSpPr>
        <p:spPr>
          <a:xfrm>
            <a:off x="14692103" y="8724267"/>
            <a:ext cx="1426570" cy="345364"/>
          </a:xfrm>
          <a:prstGeom prst="rect">
            <a:avLst/>
          </a:prstGeom>
          <a:solidFill>
            <a:srgbClr val="F6F5F1"/>
          </a:solidFill>
          <a:ln>
            <a:solidFill>
              <a:srgbClr val="F6F5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D148D5C6-BD20-EA25-C548-505230D318E5}"/>
              </a:ext>
            </a:extLst>
          </p:cNvPr>
          <p:cNvSpPr/>
          <p:nvPr/>
        </p:nvSpPr>
        <p:spPr>
          <a:xfrm>
            <a:off x="14922500" y="8813800"/>
            <a:ext cx="1244600" cy="292100"/>
          </a:xfrm>
          <a:prstGeom prst="rect">
            <a:avLst/>
          </a:prstGeom>
          <a:solidFill>
            <a:srgbClr val="F8F8F6"/>
          </a:solidFill>
          <a:ln>
            <a:solidFill>
              <a:srgbClr val="F8F8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EA02CB64-1B08-CAB5-F47C-4D79283877CE}"/>
              </a:ext>
            </a:extLst>
          </p:cNvPr>
          <p:cNvSpPr/>
          <p:nvPr/>
        </p:nvSpPr>
        <p:spPr>
          <a:xfrm>
            <a:off x="14922500" y="8826500"/>
            <a:ext cx="1244600" cy="279400"/>
          </a:xfrm>
          <a:prstGeom prst="rect">
            <a:avLst/>
          </a:prstGeom>
          <a:solidFill>
            <a:srgbClr val="F6F5F1"/>
          </a:solidFill>
          <a:ln>
            <a:solidFill>
              <a:srgbClr val="F6F5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8B0C955D-ECA0-F864-6688-1BB668BB3500}"/>
              </a:ext>
            </a:extLst>
          </p:cNvPr>
          <p:cNvSpPr/>
          <p:nvPr/>
        </p:nvSpPr>
        <p:spPr>
          <a:xfrm>
            <a:off x="14922500" y="8851900"/>
            <a:ext cx="1244600" cy="254000"/>
          </a:xfrm>
          <a:prstGeom prst="rect">
            <a:avLst/>
          </a:prstGeom>
          <a:solidFill>
            <a:srgbClr val="F8F9F3"/>
          </a:solidFill>
          <a:ln>
            <a:solidFill>
              <a:srgbClr val="FBF7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36FCE90F-AB85-7716-30F0-E534685F4DBB}"/>
              </a:ext>
            </a:extLst>
          </p:cNvPr>
          <p:cNvSpPr/>
          <p:nvPr/>
        </p:nvSpPr>
        <p:spPr>
          <a:xfrm>
            <a:off x="14922500" y="8864600"/>
            <a:ext cx="1244600" cy="241300"/>
          </a:xfrm>
          <a:prstGeom prst="rect">
            <a:avLst/>
          </a:prstGeom>
          <a:solidFill>
            <a:srgbClr val="EFEFF1"/>
          </a:solidFill>
          <a:ln>
            <a:solidFill>
              <a:srgbClr val="EFEF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698086A6-CEA9-C40A-8CFD-7024057FF550}"/>
              </a:ext>
            </a:extLst>
          </p:cNvPr>
          <p:cNvSpPr/>
          <p:nvPr/>
        </p:nvSpPr>
        <p:spPr>
          <a:xfrm>
            <a:off x="14922500" y="8839200"/>
            <a:ext cx="1244600" cy="2667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086A5CE9-7AD8-DB8B-ADCD-6E4DB7C9137B}"/>
              </a:ext>
            </a:extLst>
          </p:cNvPr>
          <p:cNvSpPr/>
          <p:nvPr/>
        </p:nvSpPr>
        <p:spPr>
          <a:xfrm>
            <a:off x="14922500" y="8861778"/>
            <a:ext cx="1244600" cy="244122"/>
          </a:xfrm>
          <a:prstGeom prst="rect">
            <a:avLst/>
          </a:prstGeom>
          <a:solidFill>
            <a:srgbClr val="F6F7F1"/>
          </a:solidFill>
          <a:ln>
            <a:solidFill>
              <a:srgbClr val="F5F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1B01EC4E-76FA-C826-4D23-906328363DBC}"/>
              </a:ext>
            </a:extLst>
          </p:cNvPr>
          <p:cNvSpPr/>
          <p:nvPr/>
        </p:nvSpPr>
        <p:spPr>
          <a:xfrm>
            <a:off x="14922500" y="8813800"/>
            <a:ext cx="1244600" cy="330200"/>
          </a:xfrm>
          <a:prstGeom prst="rect">
            <a:avLst/>
          </a:prstGeom>
          <a:solidFill>
            <a:srgbClr val="F6F5EF"/>
          </a:solidFill>
          <a:ln>
            <a:solidFill>
              <a:srgbClr val="F6F5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Custom</PresentationFormat>
  <Paragraphs>1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Alessio Fluri</dc:creator>
  <cp:lastModifiedBy>Fluri Alessio</cp:lastModifiedBy>
  <cp:revision>11</cp:revision>
  <dcterms:created xsi:type="dcterms:W3CDTF">2006-08-16T00:00:00Z</dcterms:created>
  <dcterms:modified xsi:type="dcterms:W3CDTF">2026-06-04T06:52:54Z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23d706b-cde5-4060-b871-3787af016d5a_Enabled">
    <vt:lpwstr>true</vt:lpwstr>
  </property>
  <property fmtid="{D5CDD505-2E9C-101B-9397-08002B2CF9AE}" pid="3" name="MSIP_Label_b23d706b-cde5-4060-b871-3787af016d5a_SetDate">
    <vt:lpwstr>2026-06-04T06:31:40Z</vt:lpwstr>
  </property>
  <property fmtid="{D5CDD505-2E9C-101B-9397-08002B2CF9AE}" pid="4" name="MSIP_Label_b23d706b-cde5-4060-b871-3787af016d5a_Method">
    <vt:lpwstr>Standard</vt:lpwstr>
  </property>
  <property fmtid="{D5CDD505-2E9C-101B-9397-08002B2CF9AE}" pid="5" name="MSIP_Label_b23d706b-cde5-4060-b871-3787af016d5a_Name">
    <vt:lpwstr>defa4170-0d19-0005-0004-bc88714345d2</vt:lpwstr>
  </property>
  <property fmtid="{D5CDD505-2E9C-101B-9397-08002B2CF9AE}" pid="6" name="MSIP_Label_b23d706b-cde5-4060-b871-3787af016d5a_SiteId">
    <vt:lpwstr>094f5a41-a45f-40c7-bd08-84c83a409f79</vt:lpwstr>
  </property>
  <property fmtid="{D5CDD505-2E9C-101B-9397-08002B2CF9AE}" pid="7" name="MSIP_Label_b23d706b-cde5-4060-b871-3787af016d5a_ActionId">
    <vt:lpwstr>21134f98-b238-4e84-89f0-3524bd969513</vt:lpwstr>
  </property>
  <property fmtid="{D5CDD505-2E9C-101B-9397-08002B2CF9AE}" pid="8" name="MSIP_Label_b23d706b-cde5-4060-b871-3787af016d5a_ContentBits">
    <vt:lpwstr>0</vt:lpwstr>
  </property>
  <property fmtid="{D5CDD505-2E9C-101B-9397-08002B2CF9AE}" pid="9" name="MSIP_Label_b23d706b-cde5-4060-b871-3787af016d5a_Tag">
    <vt:lpwstr>10, 3, 0, 2</vt:lpwstr>
  </property>
</Properties>
</file>